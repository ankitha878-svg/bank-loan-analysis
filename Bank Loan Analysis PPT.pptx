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7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67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7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1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4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2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25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46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82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83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265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95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4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763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886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966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64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13E3527-8D29-460D-B756-E91655803A7F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5930504-D6D4-42CB-93DF-C06FAA031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4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5905" y="1047131"/>
            <a:ext cx="11180190" cy="2566535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  <a:br>
              <a:rPr lang="en-IN" dirty="0">
                <a:solidFill>
                  <a:srgbClr val="FFFF00"/>
                </a:solidFill>
                <a:latin typeface="Lato Black" panose="020F0A02020204030203" pitchFamily="34" charset="0"/>
              </a:rPr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647414" y="2960016"/>
            <a:ext cx="28541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FFFF00"/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783" y="3695844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76" y="3522462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9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2413533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333" y="2413533"/>
            <a:ext cx="149052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solidFill>
                  <a:schemeClr val="accent1">
                    <a:lumMod val="75000"/>
                  </a:schemeClr>
                </a:solidFill>
              </a:rPr>
              <a:t>DATA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4055464" y="807986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7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332" y="683805"/>
            <a:ext cx="1245428" cy="113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92" y="683805"/>
            <a:ext cx="1028887" cy="107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557" y="2510783"/>
            <a:ext cx="4961438" cy="3953399"/>
          </a:xfrm>
          <a:prstGeom prst="rect">
            <a:avLst/>
          </a:prstGeom>
        </p:spPr>
      </p:pic>
      <p:pic>
        <p:nvPicPr>
          <p:cNvPr id="10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5" y="2413533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72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4055464" y="807986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332" y="683805"/>
            <a:ext cx="1245428" cy="113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92" y="683805"/>
            <a:ext cx="1028887" cy="107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4054596" y="2437644"/>
            <a:ext cx="2172978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6227574" y="2443798"/>
            <a:ext cx="2052479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70" y="3167407"/>
            <a:ext cx="10199802" cy="32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0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2" y="2426706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588612" y="687251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091" y="3654862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8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20" y="3623906"/>
            <a:ext cx="1780617" cy="213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939290" y="293661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658" y="3539982"/>
            <a:ext cx="4095498" cy="230371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479766" y="552553"/>
            <a:ext cx="5275208" cy="830997"/>
            <a:chOff x="262950" y="-465541"/>
            <a:chExt cx="5275208" cy="83099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-4655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950" y="-371033"/>
              <a:ext cx="1245234" cy="700444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1907560" y="2364832"/>
            <a:ext cx="3994849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 smtClean="0">
                <a:solidFill>
                  <a:schemeClr val="accent4"/>
                </a:solidFill>
              </a:rPr>
              <a:t>CONNECTING TO</a:t>
            </a:r>
            <a:endParaRPr lang="en-IN" sz="3600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5902409" y="2364832"/>
            <a:ext cx="3542020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</p:spTree>
    <p:extLst>
      <p:ext uri="{BB962C8B-B14F-4D97-AF65-F5344CB8AC3E}">
        <p14:creationId xmlns:p14="http://schemas.microsoft.com/office/powerpoint/2010/main" val="251069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6" y="0"/>
            <a:ext cx="11849492" cy="656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3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6" y="0"/>
            <a:ext cx="11840066" cy="657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8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9" y="0"/>
            <a:ext cx="11840066" cy="653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8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401155" y="518475"/>
            <a:ext cx="11936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algn="ctr"/>
            <a:r>
              <a:rPr lang="en-IN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4554864" y="140390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32211" y="2660293"/>
            <a:ext cx="118356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kern="100" dirty="0" smtClean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</a:t>
            </a:r>
            <a:r>
              <a:rPr lang="en-IN" sz="1600" b="1" kern="100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Applications:</a:t>
            </a:r>
            <a:r>
              <a:rPr lang="en-IN" sz="1600" kern="100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kern="1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kern="1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kern="1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600" b="1" kern="1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155" y="2309567"/>
            <a:ext cx="48872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kern="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62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208552" y="593439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algn="ctr"/>
            <a:r>
              <a:rPr lang="en-IN" sz="32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Lato Black" panose="020F0A02020204030203" pitchFamily="34" charset="0"/>
              </a:rPr>
              <a:t>                     PROBLEM </a:t>
            </a:r>
            <a:r>
              <a:rPr lang="en-IN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Lato Black" panose="020F0A02020204030203" pitchFamily="34" charset="0"/>
              </a:rPr>
              <a:t>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4180477" y="144392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2374865"/>
            <a:ext cx="4981575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  <a:endParaRPr lang="en-IN" sz="2000" b="1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30154" y="2706530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08552" y="4617951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  <a:endParaRPr lang="en-IN" sz="2400" b="1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93748" y="2374865"/>
            <a:ext cx="28600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</a:t>
            </a:r>
            <a:r>
              <a:rPr lang="en-IN" sz="20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KPI’s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80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372198" y="64332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algn="ctr"/>
            <a:r>
              <a:rPr lang="en-IN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Lato Black" panose="020F0A02020204030203" pitchFamily="34" charset="0"/>
              </a:rPr>
              <a:t>PROBLEM</a:t>
            </a:r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 </a:t>
            </a:r>
            <a:r>
              <a:rPr lang="en-IN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Lato Black" panose="020F0A02020204030203" pitchFamily="34" charset="0"/>
              </a:rPr>
              <a:t>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4256297" y="1422073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360575" y="2455094"/>
            <a:ext cx="1142047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kern="100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sz="16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sz="16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sz="1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sz="16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</a:t>
            </a:r>
            <a:r>
              <a:rPr lang="en-IN" sz="1600" kern="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lengths</a:t>
            </a:r>
            <a:r>
              <a:rPr lang="en-IN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helping us assess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sz="16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chemeClr val="accent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sz="1600" b="1" kern="1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232253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145872" y="612894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algn="ctr"/>
            <a:r>
              <a:rPr lang="en-IN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4190312" y="1572902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94588" y="2785032"/>
            <a:ext cx="11420475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6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b="1" i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600" i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16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79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4322659" y="1006466"/>
            <a:ext cx="3259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FUNCTIONALITIES</a:t>
            </a:r>
            <a:endParaRPr lang="en-IN" sz="3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791590" y="2672239"/>
            <a:ext cx="290907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Partition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87895" y="2300837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5"/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655321" y="2672239"/>
            <a:ext cx="3048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Time Intelligence </a:t>
            </a:r>
            <a:r>
              <a:rPr lang="en-IN" sz="1400" b="1" dirty="0" smtClean="0">
                <a:solidFill>
                  <a:srgbClr val="00B050"/>
                </a:solidFill>
              </a:rPr>
              <a:t>Functions</a:t>
            </a:r>
            <a:endParaRPr lang="en-IN" sz="1400" b="1" dirty="0">
              <a:solidFill>
                <a:srgbClr val="00B05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Navigations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7095558" y="2333685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5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119044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Override1.xml><?xml version="1.0" encoding="utf-8"?>
<a:themeOverride xmlns:a="http://schemas.openxmlformats.org/drawingml/2006/main">
  <a:clrScheme name="Ion Boardroom">
    <a:dk1>
      <a:sysClr val="windowText" lastClr="000000"/>
    </a:dk1>
    <a:lt1>
      <a:sysClr val="window" lastClr="FFFFFF"/>
    </a:lt1>
    <a:dk2>
      <a:srgbClr val="3B3059"/>
    </a:dk2>
    <a:lt2>
      <a:srgbClr val="EBEBEB"/>
    </a:lt2>
    <a:accent1>
      <a:srgbClr val="B31166"/>
    </a:accent1>
    <a:accent2>
      <a:srgbClr val="E33D6F"/>
    </a:accent2>
    <a:accent3>
      <a:srgbClr val="E45F3C"/>
    </a:accent3>
    <a:accent4>
      <a:srgbClr val="E9943A"/>
    </a:accent4>
    <a:accent5>
      <a:srgbClr val="9B6BF2"/>
    </a:accent5>
    <a:accent6>
      <a:srgbClr val="D53DD0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732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Century Gothic</vt:lpstr>
      <vt:lpstr>Lato Black</vt:lpstr>
      <vt:lpstr>Rockwell Extra Bold</vt:lpstr>
      <vt:lpstr>Times New Roman</vt:lpstr>
      <vt:lpstr>Wingdings</vt:lpstr>
      <vt:lpstr>Wingdings 3</vt:lpstr>
      <vt:lpstr>Ion Boardroom</vt:lpstr>
      <vt:lpstr>BANK LOAN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</dc:title>
  <dc:creator>ankitha</dc:creator>
  <cp:lastModifiedBy>ankitha</cp:lastModifiedBy>
  <cp:revision>7</cp:revision>
  <dcterms:created xsi:type="dcterms:W3CDTF">2026-06-13T09:10:25Z</dcterms:created>
  <dcterms:modified xsi:type="dcterms:W3CDTF">2026-06-13T12:45:17Z</dcterms:modified>
</cp:coreProperties>
</file>